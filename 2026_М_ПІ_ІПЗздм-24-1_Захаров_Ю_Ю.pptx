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Nuni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4" roundtripDataSignature="AMtx7mg9Ta/zAakkPXT02+nxxooTQoNe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regular.fntdata"/><Relationship Id="rId11" Type="http://schemas.openxmlformats.org/officeDocument/2006/relationships/slide" Target="slides/slide6.xml"/><Relationship Id="rId22" Type="http://schemas.openxmlformats.org/officeDocument/2006/relationships/font" Target="fonts/Nunito-italic.fntdata"/><Relationship Id="rId10" Type="http://schemas.openxmlformats.org/officeDocument/2006/relationships/slide" Target="slides/slide5.xml"/><Relationship Id="rId21" Type="http://schemas.openxmlformats.org/officeDocument/2006/relationships/font" Target="fonts/Nunito-bold.fntdata"/><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Nuni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08dcc0f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d08dcc0f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d08dcc0f4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d08dcc0f4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14"/>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14"/>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4"/>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4"/>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 name="Google Shape;14;p14"/>
          <p:cNvGrpSpPr/>
          <p:nvPr/>
        </p:nvGrpSpPr>
        <p:grpSpPr>
          <a:xfrm>
            <a:off x="255200" y="592"/>
            <a:ext cx="2250363" cy="1044300"/>
            <a:chOff x="255200" y="592"/>
            <a:chExt cx="2250363" cy="1044300"/>
          </a:xfrm>
        </p:grpSpPr>
        <p:sp>
          <p:nvSpPr>
            <p:cNvPr id="15" name="Google Shape;15;p14"/>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4"/>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4"/>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 name="Google Shape;18;p14"/>
          <p:cNvGrpSpPr/>
          <p:nvPr/>
        </p:nvGrpSpPr>
        <p:grpSpPr>
          <a:xfrm>
            <a:off x="905395" y="592"/>
            <a:ext cx="2250363" cy="1044300"/>
            <a:chOff x="905395" y="592"/>
            <a:chExt cx="2250363" cy="1044300"/>
          </a:xfrm>
        </p:grpSpPr>
        <p:sp>
          <p:nvSpPr>
            <p:cNvPr id="19" name="Google Shape;19;p14"/>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4"/>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14"/>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 name="Google Shape;22;p14"/>
          <p:cNvGrpSpPr/>
          <p:nvPr/>
        </p:nvGrpSpPr>
        <p:grpSpPr>
          <a:xfrm>
            <a:off x="7057468" y="5088"/>
            <a:ext cx="1851281" cy="752108"/>
            <a:chOff x="6917201" y="0"/>
            <a:chExt cx="2227776" cy="863400"/>
          </a:xfrm>
        </p:grpSpPr>
        <p:sp>
          <p:nvSpPr>
            <p:cNvPr id="23" name="Google Shape;23;p14"/>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14"/>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14"/>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 name="Google Shape;26;p14"/>
          <p:cNvGrpSpPr/>
          <p:nvPr/>
        </p:nvGrpSpPr>
        <p:grpSpPr>
          <a:xfrm>
            <a:off x="6553032" y="4217852"/>
            <a:ext cx="2389067" cy="925737"/>
            <a:chOff x="6917201" y="0"/>
            <a:chExt cx="2227776" cy="863400"/>
          </a:xfrm>
        </p:grpSpPr>
        <p:sp>
          <p:nvSpPr>
            <p:cNvPr id="27" name="Google Shape;27;p14"/>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14"/>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14"/>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14"/>
          <p:cNvGrpSpPr/>
          <p:nvPr/>
        </p:nvGrpSpPr>
        <p:grpSpPr>
          <a:xfrm>
            <a:off x="199149" y="4055652"/>
            <a:ext cx="2795413" cy="1083308"/>
            <a:chOff x="6917201" y="0"/>
            <a:chExt cx="2227776" cy="863400"/>
          </a:xfrm>
        </p:grpSpPr>
        <p:sp>
          <p:nvSpPr>
            <p:cNvPr id="31" name="Google Shape;31;p14"/>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4"/>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4"/>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 name="Google Shape;34;p14"/>
          <p:cNvSpPr txBox="1"/>
          <p:nvPr>
            <p:ph type="ctrTitle"/>
          </p:nvPr>
        </p:nvSpPr>
        <p:spPr>
          <a:xfrm>
            <a:off x="1858703" y="1822833"/>
            <a:ext cx="5361300" cy="1448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35" name="Google Shape;35;p14"/>
          <p:cNvSpPr txBox="1"/>
          <p:nvPr>
            <p:ph idx="1" type="subTitle"/>
          </p:nvPr>
        </p:nvSpPr>
        <p:spPr>
          <a:xfrm>
            <a:off x="1858700" y="3413158"/>
            <a:ext cx="5361300" cy="52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14"/>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37" name="Shape 37"/>
        <p:cNvGrpSpPr/>
        <p:nvPr/>
      </p:nvGrpSpPr>
      <p:grpSpPr>
        <a:xfrm>
          <a:off x="0" y="0"/>
          <a:ext cx="0" cy="0"/>
          <a:chOff x="0" y="0"/>
          <a:chExt cx="0" cy="0"/>
        </a:xfrm>
      </p:grpSpPr>
      <p:sp>
        <p:nvSpPr>
          <p:cNvPr id="38" name="Google Shape;38;p1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1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5"/>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2" name="Google Shape;42;p15"/>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43" name="Shape 43"/>
        <p:cNvGrpSpPr/>
        <p:nvPr/>
      </p:nvGrpSpPr>
      <p:grpSpPr>
        <a:xfrm>
          <a:off x="0" y="0"/>
          <a:ext cx="0" cy="0"/>
          <a:chOff x="0" y="0"/>
          <a:chExt cx="0" cy="0"/>
        </a:xfrm>
      </p:grpSpPr>
      <p:sp>
        <p:nvSpPr>
          <p:cNvPr id="44" name="Google Shape;44;p16"/>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5" name="Google Shape;45;p16"/>
          <p:cNvGrpSpPr/>
          <p:nvPr/>
        </p:nvGrpSpPr>
        <p:grpSpPr>
          <a:xfrm>
            <a:off x="5594191" y="3961115"/>
            <a:ext cx="2910144" cy="1182340"/>
            <a:chOff x="6917201" y="0"/>
            <a:chExt cx="2227776" cy="863400"/>
          </a:xfrm>
        </p:grpSpPr>
        <p:sp>
          <p:nvSpPr>
            <p:cNvPr id="46" name="Google Shape;46;p16"/>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16"/>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6"/>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 name="Google Shape;49;p16"/>
          <p:cNvGrpSpPr/>
          <p:nvPr/>
        </p:nvGrpSpPr>
        <p:grpSpPr>
          <a:xfrm>
            <a:off x="199149" y="2"/>
            <a:ext cx="2795413" cy="1083308"/>
            <a:chOff x="6917201" y="0"/>
            <a:chExt cx="2227776" cy="863400"/>
          </a:xfrm>
        </p:grpSpPr>
        <p:sp>
          <p:nvSpPr>
            <p:cNvPr id="50" name="Google Shape;50;p16"/>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6"/>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6"/>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 name="Google Shape;53;p16"/>
          <p:cNvSpPr txBox="1"/>
          <p:nvPr>
            <p:ph type="title"/>
          </p:nvPr>
        </p:nvSpPr>
        <p:spPr>
          <a:xfrm>
            <a:off x="1888684" y="1746100"/>
            <a:ext cx="5377500" cy="1646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54" name="Google Shape;54;p16"/>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55" name="Shape 55"/>
        <p:cNvGrpSpPr/>
        <p:nvPr/>
      </p:nvGrpSpPr>
      <p:grpSpPr>
        <a:xfrm>
          <a:off x="0" y="0"/>
          <a:ext cx="0" cy="0"/>
          <a:chOff x="0" y="0"/>
          <a:chExt cx="0" cy="0"/>
        </a:xfrm>
      </p:grpSpPr>
      <p:sp>
        <p:nvSpPr>
          <p:cNvPr id="56" name="Google Shape;56;p1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7"/>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7"/>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0" name="Google Shape;60;p17"/>
          <p:cNvSpPr txBox="1"/>
          <p:nvPr>
            <p:ph idx="1" type="body"/>
          </p:nvPr>
        </p:nvSpPr>
        <p:spPr>
          <a:xfrm>
            <a:off x="819150" y="1990725"/>
            <a:ext cx="75057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1" name="Google Shape;61;p17"/>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62" name="Shape 62"/>
        <p:cNvGrpSpPr/>
        <p:nvPr/>
      </p:nvGrpSpPr>
      <p:grpSpPr>
        <a:xfrm>
          <a:off x="0" y="0"/>
          <a:ext cx="0" cy="0"/>
          <a:chOff x="0" y="0"/>
          <a:chExt cx="0" cy="0"/>
        </a:xfrm>
      </p:grpSpPr>
      <p:sp>
        <p:nvSpPr>
          <p:cNvPr id="63" name="Google Shape;63;p18"/>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8"/>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8"/>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7" name="Google Shape;67;p18"/>
          <p:cNvSpPr txBox="1"/>
          <p:nvPr>
            <p:ph idx="1" type="body"/>
          </p:nvPr>
        </p:nvSpPr>
        <p:spPr>
          <a:xfrm>
            <a:off x="819150" y="1990725"/>
            <a:ext cx="36861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8" name="Google Shape;68;p18"/>
          <p:cNvSpPr txBox="1"/>
          <p:nvPr>
            <p:ph idx="2" type="body"/>
          </p:nvPr>
        </p:nvSpPr>
        <p:spPr>
          <a:xfrm>
            <a:off x="4638675" y="1990725"/>
            <a:ext cx="36861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9" name="Google Shape;69;p18"/>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1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9"/>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9"/>
          <p:cNvSpPr txBox="1"/>
          <p:nvPr>
            <p:ph type="title"/>
          </p:nvPr>
        </p:nvSpPr>
        <p:spPr>
          <a:xfrm>
            <a:off x="819150" y="845600"/>
            <a:ext cx="3709200" cy="1383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5" name="Google Shape;75;p19"/>
          <p:cNvSpPr txBox="1"/>
          <p:nvPr>
            <p:ph idx="1" type="body"/>
          </p:nvPr>
        </p:nvSpPr>
        <p:spPr>
          <a:xfrm>
            <a:off x="830700" y="2319050"/>
            <a:ext cx="3709200" cy="21198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6" name="Google Shape;76;p19"/>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20"/>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0"/>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0" name="Google Shape;80;p20"/>
          <p:cNvGrpSpPr/>
          <p:nvPr/>
        </p:nvGrpSpPr>
        <p:grpSpPr>
          <a:xfrm>
            <a:off x="255991" y="-118"/>
            <a:ext cx="2251347" cy="1043408"/>
            <a:chOff x="3961956" y="4383950"/>
            <a:chExt cx="1160548" cy="548700"/>
          </a:xfrm>
        </p:grpSpPr>
        <p:sp>
          <p:nvSpPr>
            <p:cNvPr id="81" name="Google Shape;81;p20"/>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0"/>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0"/>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4" name="Google Shape;84;p2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5" name="Google Shape;85;p20"/>
          <p:cNvGrpSpPr/>
          <p:nvPr/>
        </p:nvGrpSpPr>
        <p:grpSpPr>
          <a:xfrm>
            <a:off x="34934" y="4522125"/>
            <a:ext cx="1593305" cy="617072"/>
            <a:chOff x="6917201" y="0"/>
            <a:chExt cx="2227776" cy="863400"/>
          </a:xfrm>
        </p:grpSpPr>
        <p:sp>
          <p:nvSpPr>
            <p:cNvPr id="86" name="Google Shape;86;p20"/>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0"/>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0"/>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 name="Google Shape;89;p20"/>
          <p:cNvGrpSpPr/>
          <p:nvPr/>
        </p:nvGrpSpPr>
        <p:grpSpPr>
          <a:xfrm>
            <a:off x="5886353" y="1243"/>
            <a:ext cx="3257454" cy="1261514"/>
            <a:chOff x="6917201" y="0"/>
            <a:chExt cx="2227776" cy="863400"/>
          </a:xfrm>
        </p:grpSpPr>
        <p:sp>
          <p:nvSpPr>
            <p:cNvPr id="90" name="Google Shape;90;p20"/>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0"/>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0"/>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3" name="Google Shape;93;p20"/>
          <p:cNvSpPr txBox="1"/>
          <p:nvPr>
            <p:ph type="title"/>
          </p:nvPr>
        </p:nvSpPr>
        <p:spPr>
          <a:xfrm>
            <a:off x="1393929" y="1301146"/>
            <a:ext cx="6366900" cy="2539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94" name="Google Shape;94;p20"/>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21"/>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1"/>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1"/>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21"/>
          <p:cNvSpPr txBox="1"/>
          <p:nvPr>
            <p:ph type="title"/>
          </p:nvPr>
        </p:nvSpPr>
        <p:spPr>
          <a:xfrm>
            <a:off x="819150" y="845600"/>
            <a:ext cx="6424200" cy="705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0" name="Google Shape;100;p21"/>
          <p:cNvSpPr txBox="1"/>
          <p:nvPr>
            <p:ph idx="1" type="subTitle"/>
          </p:nvPr>
        </p:nvSpPr>
        <p:spPr>
          <a:xfrm>
            <a:off x="819150" y="1550700"/>
            <a:ext cx="58599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21"/>
          <p:cNvSpPr txBox="1"/>
          <p:nvPr>
            <p:ph idx="2" type="body"/>
          </p:nvPr>
        </p:nvSpPr>
        <p:spPr>
          <a:xfrm>
            <a:off x="819150" y="2467050"/>
            <a:ext cx="5859900" cy="209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2" name="Google Shape;102;p2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22"/>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2"/>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2"/>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22"/>
          <p:cNvSpPr txBox="1"/>
          <p:nvPr>
            <p:ph idx="1" type="body"/>
          </p:nvPr>
        </p:nvSpPr>
        <p:spPr>
          <a:xfrm>
            <a:off x="328025" y="4163500"/>
            <a:ext cx="7415100" cy="605100"/>
          </a:xfrm>
          <a:prstGeom prst="rect">
            <a:avLst/>
          </a:prstGeom>
          <a:noFill/>
          <a:ln>
            <a:noFill/>
          </a:ln>
        </p:spPr>
        <p:txBody>
          <a:bodyPr anchorCtr="0" anchor="b"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08" name="Google Shape;108;p22"/>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23"/>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1" name="Google Shape;111;p23"/>
          <p:cNvGrpSpPr/>
          <p:nvPr/>
        </p:nvGrpSpPr>
        <p:grpSpPr>
          <a:xfrm>
            <a:off x="5959222" y="4119576"/>
            <a:ext cx="2520951" cy="1024165"/>
            <a:chOff x="6917201" y="0"/>
            <a:chExt cx="2227776" cy="863400"/>
          </a:xfrm>
        </p:grpSpPr>
        <p:sp>
          <p:nvSpPr>
            <p:cNvPr id="112" name="Google Shape;112;p2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5" name="Google Shape;115;p23"/>
          <p:cNvGrpSpPr/>
          <p:nvPr/>
        </p:nvGrpSpPr>
        <p:grpSpPr>
          <a:xfrm>
            <a:off x="199149" y="2"/>
            <a:ext cx="2795413" cy="1083308"/>
            <a:chOff x="6917201" y="0"/>
            <a:chExt cx="2227776" cy="863400"/>
          </a:xfrm>
        </p:grpSpPr>
        <p:sp>
          <p:nvSpPr>
            <p:cNvPr id="116" name="Google Shape;116;p2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9" name="Google Shape;119;p23"/>
          <p:cNvSpPr txBox="1"/>
          <p:nvPr>
            <p:ph hasCustomPrompt="1" type="title"/>
          </p:nvPr>
        </p:nvSpPr>
        <p:spPr>
          <a:xfrm>
            <a:off x="1385850" y="1383850"/>
            <a:ext cx="6372300" cy="13797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2"/>
              </a:buClr>
              <a:buSzPts val="8600"/>
              <a:buNone/>
              <a:defRPr sz="8600">
                <a:solidFill>
                  <a:schemeClr val="dk2"/>
                </a:solidFill>
              </a:defRPr>
            </a:lvl1pPr>
            <a:lvl2pPr lvl="1" algn="ctr">
              <a:lnSpc>
                <a:spcPct val="100000"/>
              </a:lnSpc>
              <a:spcBef>
                <a:spcPts val="0"/>
              </a:spcBef>
              <a:spcAft>
                <a:spcPts val="0"/>
              </a:spcAft>
              <a:buClr>
                <a:schemeClr val="dk2"/>
              </a:buClr>
              <a:buSzPts val="8600"/>
              <a:buNone/>
              <a:defRPr sz="8600">
                <a:solidFill>
                  <a:schemeClr val="dk2"/>
                </a:solidFill>
              </a:defRPr>
            </a:lvl2pPr>
            <a:lvl3pPr lvl="2" algn="ctr">
              <a:lnSpc>
                <a:spcPct val="100000"/>
              </a:lnSpc>
              <a:spcBef>
                <a:spcPts val="0"/>
              </a:spcBef>
              <a:spcAft>
                <a:spcPts val="0"/>
              </a:spcAft>
              <a:buClr>
                <a:schemeClr val="dk2"/>
              </a:buClr>
              <a:buSzPts val="8600"/>
              <a:buNone/>
              <a:defRPr sz="8600">
                <a:solidFill>
                  <a:schemeClr val="dk2"/>
                </a:solidFill>
              </a:defRPr>
            </a:lvl3pPr>
            <a:lvl4pPr lvl="3" algn="ctr">
              <a:lnSpc>
                <a:spcPct val="100000"/>
              </a:lnSpc>
              <a:spcBef>
                <a:spcPts val="0"/>
              </a:spcBef>
              <a:spcAft>
                <a:spcPts val="0"/>
              </a:spcAft>
              <a:buClr>
                <a:schemeClr val="dk2"/>
              </a:buClr>
              <a:buSzPts val="8600"/>
              <a:buNone/>
              <a:defRPr sz="8600">
                <a:solidFill>
                  <a:schemeClr val="dk2"/>
                </a:solidFill>
              </a:defRPr>
            </a:lvl4pPr>
            <a:lvl5pPr lvl="4" algn="ctr">
              <a:lnSpc>
                <a:spcPct val="100000"/>
              </a:lnSpc>
              <a:spcBef>
                <a:spcPts val="0"/>
              </a:spcBef>
              <a:spcAft>
                <a:spcPts val="0"/>
              </a:spcAft>
              <a:buClr>
                <a:schemeClr val="dk2"/>
              </a:buClr>
              <a:buSzPts val="8600"/>
              <a:buNone/>
              <a:defRPr sz="8600">
                <a:solidFill>
                  <a:schemeClr val="dk2"/>
                </a:solidFill>
              </a:defRPr>
            </a:lvl5pPr>
            <a:lvl6pPr lvl="5" algn="ctr">
              <a:lnSpc>
                <a:spcPct val="100000"/>
              </a:lnSpc>
              <a:spcBef>
                <a:spcPts val="0"/>
              </a:spcBef>
              <a:spcAft>
                <a:spcPts val="0"/>
              </a:spcAft>
              <a:buClr>
                <a:schemeClr val="dk2"/>
              </a:buClr>
              <a:buSzPts val="8600"/>
              <a:buNone/>
              <a:defRPr sz="8600">
                <a:solidFill>
                  <a:schemeClr val="dk2"/>
                </a:solidFill>
              </a:defRPr>
            </a:lvl6pPr>
            <a:lvl7pPr lvl="6" algn="ctr">
              <a:lnSpc>
                <a:spcPct val="100000"/>
              </a:lnSpc>
              <a:spcBef>
                <a:spcPts val="0"/>
              </a:spcBef>
              <a:spcAft>
                <a:spcPts val="0"/>
              </a:spcAft>
              <a:buClr>
                <a:schemeClr val="dk2"/>
              </a:buClr>
              <a:buSzPts val="8600"/>
              <a:buNone/>
              <a:defRPr sz="8600">
                <a:solidFill>
                  <a:schemeClr val="dk2"/>
                </a:solidFill>
              </a:defRPr>
            </a:lvl7pPr>
            <a:lvl8pPr lvl="7" algn="ctr">
              <a:lnSpc>
                <a:spcPct val="100000"/>
              </a:lnSpc>
              <a:spcBef>
                <a:spcPts val="0"/>
              </a:spcBef>
              <a:spcAft>
                <a:spcPts val="0"/>
              </a:spcAft>
              <a:buClr>
                <a:schemeClr val="dk2"/>
              </a:buClr>
              <a:buSzPts val="8600"/>
              <a:buNone/>
              <a:defRPr sz="8600">
                <a:solidFill>
                  <a:schemeClr val="dk2"/>
                </a:solidFill>
              </a:defRPr>
            </a:lvl8pPr>
            <a:lvl9pPr lvl="8" algn="ctr">
              <a:lnSpc>
                <a:spcPct val="100000"/>
              </a:lnSpc>
              <a:spcBef>
                <a:spcPts val="0"/>
              </a:spcBef>
              <a:spcAft>
                <a:spcPts val="0"/>
              </a:spcAft>
              <a:buClr>
                <a:schemeClr val="dk2"/>
              </a:buClr>
              <a:buSzPts val="8600"/>
              <a:buNone/>
              <a:defRPr sz="8600">
                <a:solidFill>
                  <a:schemeClr val="dk2"/>
                </a:solidFill>
              </a:defRPr>
            </a:lvl9pPr>
          </a:lstStyle>
          <a:p>
            <a:r>
              <a:t>xx%</a:t>
            </a:r>
          </a:p>
        </p:txBody>
      </p:sp>
      <p:sp>
        <p:nvSpPr>
          <p:cNvPr id="120" name="Google Shape;120;p23"/>
          <p:cNvSpPr txBox="1"/>
          <p:nvPr>
            <p:ph idx="1" type="body"/>
          </p:nvPr>
        </p:nvSpPr>
        <p:spPr>
          <a:xfrm>
            <a:off x="1385850" y="2863850"/>
            <a:ext cx="6372300" cy="641100"/>
          </a:xfrm>
          <a:prstGeom prst="rect">
            <a:avLst/>
          </a:prstGeom>
          <a:noFill/>
          <a:ln>
            <a:noFill/>
          </a:ln>
        </p:spPr>
        <p:txBody>
          <a:bodyPr anchorCtr="0" anchor="t" bIns="91425" lIns="91425" spcFirstLastPara="1" rIns="91425" wrap="square" tIns="91425">
            <a:normAutofit/>
          </a:bodyPr>
          <a:lstStyle>
            <a:lvl1pPr indent="-311150" lvl="0" marL="457200" algn="ctr">
              <a:lnSpc>
                <a:spcPct val="115000"/>
              </a:lnSpc>
              <a:spcBef>
                <a:spcPts val="0"/>
              </a:spcBef>
              <a:spcAft>
                <a:spcPts val="0"/>
              </a:spcAft>
              <a:buSzPts val="1300"/>
              <a:buChar char="●"/>
              <a:defRPr/>
            </a:lvl1pPr>
            <a:lvl2pPr indent="-298450" lvl="1" marL="914400" algn="ctr">
              <a:lnSpc>
                <a:spcPct val="115000"/>
              </a:lnSpc>
              <a:spcBef>
                <a:spcPts val="0"/>
              </a:spcBef>
              <a:spcAft>
                <a:spcPts val="0"/>
              </a:spcAft>
              <a:buSzPts val="1100"/>
              <a:buChar char="○"/>
              <a:defRPr/>
            </a:lvl2pPr>
            <a:lvl3pPr indent="-298450" lvl="2" marL="1371600" algn="ctr">
              <a:lnSpc>
                <a:spcPct val="115000"/>
              </a:lnSpc>
              <a:spcBef>
                <a:spcPts val="0"/>
              </a:spcBef>
              <a:spcAft>
                <a:spcPts val="0"/>
              </a:spcAft>
              <a:buSzPts val="1100"/>
              <a:buChar char="■"/>
              <a:defRPr/>
            </a:lvl3pPr>
            <a:lvl4pPr indent="-298450" lvl="3" marL="1828800" algn="ctr">
              <a:lnSpc>
                <a:spcPct val="115000"/>
              </a:lnSpc>
              <a:spcBef>
                <a:spcPts val="0"/>
              </a:spcBef>
              <a:spcAft>
                <a:spcPts val="0"/>
              </a:spcAft>
              <a:buSzPts val="1100"/>
              <a:buChar char="●"/>
              <a:defRPr/>
            </a:lvl4pPr>
            <a:lvl5pPr indent="-298450" lvl="4" marL="2286000" algn="ctr">
              <a:lnSpc>
                <a:spcPct val="115000"/>
              </a:lnSpc>
              <a:spcBef>
                <a:spcPts val="0"/>
              </a:spcBef>
              <a:spcAft>
                <a:spcPts val="0"/>
              </a:spcAft>
              <a:buSzPts val="1100"/>
              <a:buChar char="○"/>
              <a:defRPr/>
            </a:lvl5pPr>
            <a:lvl6pPr indent="-298450" lvl="5" marL="2743200" algn="ctr">
              <a:lnSpc>
                <a:spcPct val="115000"/>
              </a:lnSpc>
              <a:spcBef>
                <a:spcPts val="0"/>
              </a:spcBef>
              <a:spcAft>
                <a:spcPts val="0"/>
              </a:spcAft>
              <a:buSzPts val="1100"/>
              <a:buChar char="■"/>
              <a:defRPr/>
            </a:lvl6pPr>
            <a:lvl7pPr indent="-298450" lvl="6" marL="3200400" algn="ctr">
              <a:lnSpc>
                <a:spcPct val="115000"/>
              </a:lnSpc>
              <a:spcBef>
                <a:spcPts val="0"/>
              </a:spcBef>
              <a:spcAft>
                <a:spcPts val="0"/>
              </a:spcAft>
              <a:buSzPts val="1100"/>
              <a:buChar char="●"/>
              <a:defRPr/>
            </a:lvl7pPr>
            <a:lvl8pPr indent="-298450" lvl="7" marL="3657600" algn="ctr">
              <a:lnSpc>
                <a:spcPct val="115000"/>
              </a:lnSpc>
              <a:spcBef>
                <a:spcPts val="0"/>
              </a:spcBef>
              <a:spcAft>
                <a:spcPts val="0"/>
              </a:spcAft>
              <a:buSzPts val="1100"/>
              <a:buChar char="○"/>
              <a:defRPr/>
            </a:lvl8pPr>
            <a:lvl9pPr indent="-298450" lvl="8" marL="4114800" algn="ctr">
              <a:lnSpc>
                <a:spcPct val="115000"/>
              </a:lnSpc>
              <a:spcBef>
                <a:spcPts val="0"/>
              </a:spcBef>
              <a:spcAft>
                <a:spcPts val="0"/>
              </a:spcAft>
              <a:buSzPts val="1100"/>
              <a:buChar char="■"/>
              <a:defRPr/>
            </a:lvl9pPr>
          </a:lstStyle>
          <a:p/>
        </p:txBody>
      </p:sp>
      <p:sp>
        <p:nvSpPr>
          <p:cNvPr id="121" name="Google Shape;121;p2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24"/>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1pPr>
            <a:lvl2pPr lvl="1"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2pPr>
            <a:lvl3pPr lvl="2"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3pPr>
            <a:lvl4pPr lvl="3"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4pPr>
            <a:lvl5pPr lvl="4"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5pPr>
            <a:lvl6pPr lvl="5"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6pPr>
            <a:lvl7pPr lvl="6"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7pPr>
            <a:lvl8pPr lvl="7"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8pPr>
            <a:lvl9pPr lvl="8"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9pPr>
          </a:lstStyle>
          <a:p/>
        </p:txBody>
      </p:sp>
      <p:sp>
        <p:nvSpPr>
          <p:cNvPr id="7" name="Google Shape;7;p13"/>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dk2"/>
              </a:buClr>
              <a:buSzPts val="1300"/>
              <a:buFont typeface="Calibri"/>
              <a:buChar char="●"/>
              <a:defRPr b="0" i="0" sz="1300" u="none" cap="none" strike="noStrike">
                <a:solidFill>
                  <a:schemeClr val="dk2"/>
                </a:solidFill>
                <a:latin typeface="Calibri"/>
                <a:ea typeface="Calibri"/>
                <a:cs typeface="Calibri"/>
                <a:sym typeface="Calibri"/>
              </a:defRPr>
            </a:lvl1pPr>
            <a:lvl2pPr indent="-298450" lvl="1" marL="914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2pPr>
            <a:lvl3pPr indent="-298450" lvl="2" marL="1371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3pPr>
            <a:lvl4pPr indent="-298450" lvl="3" marL="1828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4pPr>
            <a:lvl5pPr indent="-298450" lvl="4" marL="22860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5pPr>
            <a:lvl6pPr indent="-298450" lvl="5" marL="27432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6pPr>
            <a:lvl7pPr indent="-298450" lvl="6" marL="3200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7pPr>
            <a:lvl8pPr indent="-298450" lvl="7" marL="3657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8pPr>
            <a:lvl9pPr indent="-298450" lvl="8" marL="4114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9pPr>
          </a:lstStyle>
          <a:p/>
        </p:txBody>
      </p:sp>
      <p:sp>
        <p:nvSpPr>
          <p:cNvPr id="8" name="Google Shape;8;p1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med">
        <p14:prism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
          <p:cNvSpPr txBox="1"/>
          <p:nvPr>
            <p:ph type="ctrTitle"/>
          </p:nvPr>
        </p:nvSpPr>
        <p:spPr>
          <a:xfrm>
            <a:off x="1858700" y="1245197"/>
            <a:ext cx="5361300" cy="2025600"/>
          </a:xfrm>
          <a:prstGeom prst="rect">
            <a:avLst/>
          </a:prstGeom>
          <a:noFill/>
          <a:ln>
            <a:noFill/>
          </a:ln>
        </p:spPr>
        <p:txBody>
          <a:bodyPr anchorCtr="0" anchor="ctr" bIns="91425" lIns="91425" spcFirstLastPara="1" rIns="91425" wrap="square" tIns="91425">
            <a:noAutofit/>
          </a:bodyPr>
          <a:lstStyle/>
          <a:p>
            <a:pPr indent="0" lvl="0" marL="0" rtl="0" algn="ctr">
              <a:spcBef>
                <a:spcPts val="100"/>
              </a:spcBef>
              <a:spcAft>
                <a:spcPts val="0"/>
              </a:spcAft>
              <a:buNone/>
            </a:pPr>
            <a:r>
              <a:rPr b="1" lang="uk" sz="2500">
                <a:solidFill>
                  <a:srgbClr val="000000"/>
                </a:solidFill>
                <a:latin typeface="Arial"/>
                <a:ea typeface="Arial"/>
                <a:cs typeface="Arial"/>
                <a:sym typeface="Arial"/>
              </a:rPr>
              <a:t>Дослідження методів індексування у реляційних базах даних для підвищення продуктивності запитів</a:t>
            </a:r>
            <a:endParaRPr b="1" sz="5800">
              <a:latin typeface="Arial"/>
              <a:ea typeface="Arial"/>
              <a:cs typeface="Arial"/>
              <a:sym typeface="Arial"/>
            </a:endParaRPr>
          </a:p>
        </p:txBody>
      </p:sp>
      <p:sp>
        <p:nvSpPr>
          <p:cNvPr id="129" name="Google Shape;129;p1"/>
          <p:cNvSpPr txBox="1"/>
          <p:nvPr>
            <p:ph idx="1" type="subTitle"/>
          </p:nvPr>
        </p:nvSpPr>
        <p:spPr>
          <a:xfrm>
            <a:off x="4417475" y="3270925"/>
            <a:ext cx="3922800" cy="13416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r">
              <a:lnSpc>
                <a:spcPct val="100000"/>
              </a:lnSpc>
              <a:spcBef>
                <a:spcPts val="0"/>
              </a:spcBef>
              <a:spcAft>
                <a:spcPts val="0"/>
              </a:spcAft>
              <a:buSzPct val="108108"/>
              <a:buNone/>
            </a:pPr>
            <a:r>
              <a:rPr lang="uk">
                <a:solidFill>
                  <a:srgbClr val="000000"/>
                </a:solidFill>
              </a:rPr>
              <a:t>Виконав: </a:t>
            </a:r>
            <a:endParaRPr>
              <a:solidFill>
                <a:srgbClr val="000000"/>
              </a:solidFill>
            </a:endParaRPr>
          </a:p>
          <a:p>
            <a:pPr indent="0" lvl="0" marL="0" rtl="0" algn="r">
              <a:lnSpc>
                <a:spcPct val="100000"/>
              </a:lnSpc>
              <a:spcBef>
                <a:spcPts val="0"/>
              </a:spcBef>
              <a:spcAft>
                <a:spcPts val="0"/>
              </a:spcAft>
              <a:buSzPct val="108108"/>
              <a:buNone/>
            </a:pPr>
            <a:r>
              <a:rPr lang="uk">
                <a:solidFill>
                  <a:srgbClr val="000000"/>
                </a:solidFill>
              </a:rPr>
              <a:t>ст. групи ІПЗздм-24-1</a:t>
            </a:r>
            <a:endParaRPr>
              <a:solidFill>
                <a:srgbClr val="000000"/>
              </a:solidFill>
            </a:endParaRPr>
          </a:p>
          <a:p>
            <a:pPr indent="0" lvl="0" marL="0" rtl="0" algn="r">
              <a:lnSpc>
                <a:spcPct val="100000"/>
              </a:lnSpc>
              <a:spcBef>
                <a:spcPts val="0"/>
              </a:spcBef>
              <a:spcAft>
                <a:spcPts val="0"/>
              </a:spcAft>
              <a:buSzPct val="108108"/>
              <a:buNone/>
            </a:pPr>
            <a:r>
              <a:rPr lang="uk">
                <a:solidFill>
                  <a:srgbClr val="000000"/>
                </a:solidFill>
              </a:rPr>
              <a:t>Захаров Юрій Юрійович</a:t>
            </a:r>
            <a:endParaRPr>
              <a:solidFill>
                <a:srgbClr val="000000"/>
              </a:solidFill>
            </a:endParaRPr>
          </a:p>
          <a:p>
            <a:pPr indent="0" lvl="0" marL="0" rtl="0" algn="r">
              <a:lnSpc>
                <a:spcPct val="100000"/>
              </a:lnSpc>
              <a:spcBef>
                <a:spcPts val="0"/>
              </a:spcBef>
              <a:spcAft>
                <a:spcPts val="0"/>
              </a:spcAft>
              <a:buSzPct val="108108"/>
              <a:buNone/>
            </a:pPr>
            <a:r>
              <a:t/>
            </a:r>
            <a:endParaRPr>
              <a:solidFill>
                <a:srgbClr val="000000"/>
              </a:solidFill>
            </a:endParaRPr>
          </a:p>
          <a:p>
            <a:pPr indent="0" lvl="0" marL="0" rtl="0" algn="r">
              <a:lnSpc>
                <a:spcPct val="100000"/>
              </a:lnSpc>
              <a:spcBef>
                <a:spcPts val="0"/>
              </a:spcBef>
              <a:spcAft>
                <a:spcPts val="0"/>
              </a:spcAft>
              <a:buSzPct val="108108"/>
              <a:buNone/>
            </a:pPr>
            <a:r>
              <a:rPr lang="uk">
                <a:solidFill>
                  <a:srgbClr val="000000"/>
                </a:solidFill>
              </a:rPr>
              <a:t>Керівник:</a:t>
            </a:r>
            <a:endParaRPr>
              <a:solidFill>
                <a:srgbClr val="000000"/>
              </a:solidFill>
            </a:endParaRPr>
          </a:p>
          <a:p>
            <a:pPr indent="0" lvl="0" marL="0" rtl="0" algn="r">
              <a:lnSpc>
                <a:spcPct val="100000"/>
              </a:lnSpc>
              <a:spcBef>
                <a:spcPts val="0"/>
              </a:spcBef>
              <a:spcAft>
                <a:spcPts val="0"/>
              </a:spcAft>
              <a:buSzPct val="108108"/>
              <a:buNone/>
            </a:pPr>
            <a:r>
              <a:rPr lang="uk">
                <a:solidFill>
                  <a:srgbClr val="000000"/>
                </a:solidFill>
              </a:rPr>
              <a:t>доц. Голян Наталія Вікторівна</a:t>
            </a:r>
            <a:r>
              <a:rPr lang="uk"/>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
          <p:cNvSpPr txBox="1"/>
          <p:nvPr>
            <p:ph type="title"/>
          </p:nvPr>
        </p:nvSpPr>
        <p:spPr>
          <a:xfrm>
            <a:off x="598925" y="472175"/>
            <a:ext cx="7505700" cy="954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uk"/>
              <a:t>Актуальність індексації в СУБД</a:t>
            </a:r>
            <a:endParaRPr/>
          </a:p>
        </p:txBody>
      </p:sp>
      <p:sp>
        <p:nvSpPr>
          <p:cNvPr id="135" name="Google Shape;135;p2"/>
          <p:cNvSpPr txBox="1"/>
          <p:nvPr/>
        </p:nvSpPr>
        <p:spPr>
          <a:xfrm>
            <a:off x="338250" y="1359625"/>
            <a:ext cx="8467500" cy="19086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1200"/>
              </a:spcBef>
              <a:spcAft>
                <a:spcPts val="0"/>
              </a:spcAft>
              <a:buClr>
                <a:srgbClr val="000000"/>
              </a:buClr>
              <a:buSzPts val="1500"/>
              <a:buFont typeface="Arial"/>
              <a:buNone/>
            </a:pPr>
            <a:r>
              <a:rPr b="0" i="0" lang="uk" sz="1500" u="none" cap="none" strike="noStrike">
                <a:solidFill>
                  <a:srgbClr val="000000"/>
                </a:solidFill>
                <a:latin typeface="Arial"/>
                <a:ea typeface="Arial"/>
                <a:cs typeface="Arial"/>
                <a:sym typeface="Arial"/>
              </a:rPr>
              <a:t>Сучасні інформаційні системи працюють з великими обсягами структурованих і напівструктурованих даних, де продуктивність значною мірою залежить від швидкості виконання запитів до баз даних. Одним із ключових механізмів оптимізації є індексація, яка дозволяє зменшити кількість повних переглядів таблиць і суттєво прискорити виконання SELECT-запитів. Ефективна індексація безпосередньо впливає на швидкодію інформаційних сервісів та масштабованість систем.</a:t>
            </a:r>
            <a:endParaRPr b="0" i="0" sz="1500" u="none" cap="none" strike="noStrike">
              <a:solidFill>
                <a:srgbClr val="000000"/>
              </a:solidFill>
              <a:latin typeface="Arial"/>
              <a:ea typeface="Arial"/>
              <a:cs typeface="Arial"/>
              <a:sym typeface="Arial"/>
            </a:endParaRPr>
          </a:p>
          <a:p>
            <a:pPr indent="0" lvl="0" marL="0" marR="0" rtl="0" algn="just">
              <a:lnSpc>
                <a:spcPct val="150000"/>
              </a:lnSpc>
              <a:spcBef>
                <a:spcPts val="120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
          <p:cNvSpPr txBox="1"/>
          <p:nvPr>
            <p:ph type="title"/>
          </p:nvPr>
        </p:nvSpPr>
        <p:spPr>
          <a:xfrm>
            <a:off x="598925" y="366875"/>
            <a:ext cx="7505700" cy="954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uk"/>
              <a:t>Типи індексів та компроміси вибору</a:t>
            </a:r>
            <a:endParaRPr/>
          </a:p>
        </p:txBody>
      </p:sp>
      <p:sp>
        <p:nvSpPr>
          <p:cNvPr id="141" name="Google Shape;141;p3"/>
          <p:cNvSpPr txBox="1"/>
          <p:nvPr/>
        </p:nvSpPr>
        <p:spPr>
          <a:xfrm>
            <a:off x="419550" y="1197000"/>
            <a:ext cx="5137200" cy="31863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1200"/>
              </a:spcBef>
              <a:spcAft>
                <a:spcPts val="1200"/>
              </a:spcAft>
              <a:buClr>
                <a:srgbClr val="000000"/>
              </a:buClr>
              <a:buSzPts val="1500"/>
              <a:buFont typeface="Arial"/>
              <a:buNone/>
            </a:pPr>
            <a:r>
              <a:rPr b="0" i="0" lang="uk" sz="1500" u="none" cap="none" strike="noStrike">
                <a:solidFill>
                  <a:srgbClr val="000000"/>
                </a:solidFill>
                <a:latin typeface="Arial"/>
                <a:ea typeface="Arial"/>
                <a:cs typeface="Arial"/>
                <a:sym typeface="Arial"/>
              </a:rPr>
              <a:t>Реляційні СУБД, зокрема PostgreSQL, підтримують різні типи індексів, серед яких B-tree, Hash, GIN, GiST та BRIN, кожен з яких оптимальний для певних типів даних і запитів. Вибір індексу є компромісом між прискоренням вибірки та накладними витратами на зберігання й оновлення даних. Тому обґрунтований підбір індексів потребує експериментальної оцінки з урахуванням характеру навантаження та реальних сценаріїв використання.</a:t>
            </a:r>
            <a:endParaRPr b="0" i="0" sz="1500" u="none" cap="none" strike="noStrike">
              <a:solidFill>
                <a:srgbClr val="000000"/>
              </a:solidFill>
              <a:latin typeface="Arial"/>
              <a:ea typeface="Arial"/>
              <a:cs typeface="Arial"/>
              <a:sym typeface="Arial"/>
            </a:endParaRPr>
          </a:p>
        </p:txBody>
      </p:sp>
      <p:pic>
        <p:nvPicPr>
          <p:cNvPr id="142" name="Google Shape;142;p3"/>
          <p:cNvPicPr preferRelativeResize="0"/>
          <p:nvPr/>
        </p:nvPicPr>
        <p:blipFill rotWithShape="1">
          <a:blip r:embed="rId3">
            <a:alphaModFix/>
          </a:blip>
          <a:srcRect b="0" l="0" r="0" t="0"/>
          <a:stretch/>
        </p:blipFill>
        <p:spPr>
          <a:xfrm>
            <a:off x="5469900" y="1110050"/>
            <a:ext cx="3163793" cy="3517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4"/>
          <p:cNvSpPr txBox="1"/>
          <p:nvPr>
            <p:ph type="title"/>
          </p:nvPr>
        </p:nvSpPr>
        <p:spPr>
          <a:xfrm>
            <a:off x="459600" y="405150"/>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uk"/>
              <a:t>Огляд основних джерел з індексації СУБД</a:t>
            </a:r>
            <a:endParaRPr/>
          </a:p>
        </p:txBody>
      </p:sp>
      <p:sp>
        <p:nvSpPr>
          <p:cNvPr id="148" name="Google Shape;148;p4"/>
          <p:cNvSpPr txBox="1"/>
          <p:nvPr/>
        </p:nvSpPr>
        <p:spPr>
          <a:xfrm>
            <a:off x="459600" y="1081950"/>
            <a:ext cx="8075100" cy="34632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1200"/>
              </a:spcBef>
              <a:spcAft>
                <a:spcPts val="0"/>
              </a:spcAft>
              <a:buClr>
                <a:srgbClr val="000000"/>
              </a:buClr>
              <a:buSzPts val="1500"/>
              <a:buFont typeface="Arial"/>
              <a:buNone/>
            </a:pPr>
            <a:r>
              <a:rPr b="0" i="0" lang="uk" sz="1500" u="none" cap="none" strike="noStrike">
                <a:solidFill>
                  <a:srgbClr val="000000"/>
                </a:solidFill>
                <a:latin typeface="Arial"/>
                <a:ea typeface="Arial"/>
                <a:cs typeface="Arial"/>
                <a:sym typeface="Arial"/>
              </a:rPr>
              <a:t>Проблема ефективної індексації детально розглядається у класичних працях з теорії баз даних, зокрема у підручниках A. Silberschatz, H. Korth, S. Sudarshan та R. Elmasri, S. Navathe, де індекси описуються як базовий механізм прискорення доступу до даних у реляційних СУБД. У роботах C. Date та H. Garcia-Molina також проаналізовано переваги й обмеження B-tree та хеш-індексів залежно від типів запитів.</a:t>
            </a:r>
            <a:endParaRPr b="0" i="0" sz="1500" u="none" cap="none" strike="noStrike">
              <a:solidFill>
                <a:srgbClr val="000000"/>
              </a:solidFill>
              <a:latin typeface="Arial"/>
              <a:ea typeface="Arial"/>
              <a:cs typeface="Arial"/>
              <a:sym typeface="Arial"/>
            </a:endParaRPr>
          </a:p>
          <a:p>
            <a:pPr indent="0" lvl="0" marL="0" marR="0" rtl="0" algn="just">
              <a:lnSpc>
                <a:spcPct val="150000"/>
              </a:lnSpc>
              <a:spcBef>
                <a:spcPts val="1200"/>
              </a:spcBef>
              <a:spcAft>
                <a:spcPts val="0"/>
              </a:spcAft>
              <a:buClr>
                <a:srgbClr val="000000"/>
              </a:buClr>
              <a:buSzPts val="1500"/>
              <a:buFont typeface="Arial"/>
              <a:buNone/>
            </a:pPr>
            <a:r>
              <a:rPr b="0" i="0" lang="uk" sz="1500" u="none" cap="none" strike="noStrike">
                <a:solidFill>
                  <a:srgbClr val="000000"/>
                </a:solidFill>
                <a:latin typeface="Arial"/>
                <a:ea typeface="Arial"/>
                <a:cs typeface="Arial"/>
                <a:sym typeface="Arial"/>
              </a:rPr>
              <a:t>Практичні аспекти реалізації індексів розкрито в офіційній документації PostgreSQL (версії 9.0–9.4), де наведено рекомендації щодо використання B-tree, Hash, BRIN, часткових і покривних індексів у реальних системах.</a:t>
            </a:r>
            <a:endParaRPr b="0" i="0" sz="1500" u="none" cap="none" strike="noStrike">
              <a:solidFill>
                <a:srgbClr val="000000"/>
              </a:solidFill>
              <a:latin typeface="Arial"/>
              <a:ea typeface="Arial"/>
              <a:cs typeface="Arial"/>
              <a:sym typeface="Arial"/>
            </a:endParaRPr>
          </a:p>
          <a:p>
            <a:pPr indent="0" lvl="0" marL="0" marR="0" rtl="0" algn="just">
              <a:lnSpc>
                <a:spcPct val="150000"/>
              </a:lnSpc>
              <a:spcBef>
                <a:spcPts val="120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5"/>
          <p:cNvSpPr txBox="1"/>
          <p:nvPr>
            <p:ph type="title"/>
          </p:nvPr>
        </p:nvSpPr>
        <p:spPr>
          <a:xfrm>
            <a:off x="472625" y="500900"/>
            <a:ext cx="8282400" cy="95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uk"/>
              <a:t>Аналіз літератури та обґрунтування актуальності</a:t>
            </a:r>
            <a:endParaRPr/>
          </a:p>
        </p:txBody>
      </p:sp>
      <p:sp>
        <p:nvSpPr>
          <p:cNvPr id="154" name="Google Shape;154;p5"/>
          <p:cNvSpPr txBox="1"/>
          <p:nvPr/>
        </p:nvSpPr>
        <p:spPr>
          <a:xfrm>
            <a:off x="322050" y="1274775"/>
            <a:ext cx="8499900" cy="34632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1200"/>
              </a:spcBef>
              <a:spcAft>
                <a:spcPts val="0"/>
              </a:spcAft>
              <a:buClr>
                <a:srgbClr val="000000"/>
              </a:buClr>
              <a:buSzPts val="1500"/>
              <a:buFont typeface="Arial"/>
              <a:buNone/>
            </a:pPr>
            <a:r>
              <a:rPr b="0" i="0" lang="uk" sz="1500" u="none" cap="none" strike="noStrike">
                <a:solidFill>
                  <a:srgbClr val="000000"/>
                </a:solidFill>
                <a:latin typeface="Arial"/>
                <a:ea typeface="Arial"/>
                <a:cs typeface="Arial"/>
                <a:sym typeface="Arial"/>
              </a:rPr>
              <a:t>У наукових роботах G. Graefe та P. O’Neil підкреслюється універсальність B-tree індексів і їх стабільна продуктивність для точкових і діапазонних запитів. Водночас дослідження M. Stonebraker і J. Hellerstein звертають увагу на компроміс між прискоренням SELECT-операцій і накладними витратами на модифікацію даних.</a:t>
            </a:r>
            <a:endParaRPr b="0" i="0" sz="1500" u="none" cap="none" strike="noStrike">
              <a:solidFill>
                <a:srgbClr val="000000"/>
              </a:solidFill>
              <a:latin typeface="Arial"/>
              <a:ea typeface="Arial"/>
              <a:cs typeface="Arial"/>
              <a:sym typeface="Arial"/>
            </a:endParaRPr>
          </a:p>
          <a:p>
            <a:pPr indent="0" lvl="0" marL="0" marR="0" rtl="0" algn="just">
              <a:lnSpc>
                <a:spcPct val="150000"/>
              </a:lnSpc>
              <a:spcBef>
                <a:spcPts val="1200"/>
              </a:spcBef>
              <a:spcAft>
                <a:spcPts val="0"/>
              </a:spcAft>
              <a:buClr>
                <a:srgbClr val="000000"/>
              </a:buClr>
              <a:buSzPts val="1500"/>
              <a:buFont typeface="Arial"/>
              <a:buNone/>
            </a:pPr>
            <a:r>
              <a:rPr b="0" i="0" lang="uk" sz="1500" u="none" cap="none" strike="noStrike">
                <a:solidFill>
                  <a:srgbClr val="000000"/>
                </a:solidFill>
                <a:latin typeface="Arial"/>
                <a:ea typeface="Arial"/>
                <a:cs typeface="Arial"/>
                <a:sym typeface="Arial"/>
              </a:rPr>
              <a:t>Кваліфікаційні роботи, виконані в ХНУРЕ (Р. Рамазанов, М. Кравець), демонструють практичну залежність ефективності індексів від обсягу даних і характеру навантаження. Аналіз джерел підтверджує відсутність універсального рішення та обґрунтовує необхідність експериментального порівняння різних типів індексів у PostgreSQL за єдиною методикою.</a:t>
            </a:r>
            <a:endParaRPr b="0" i="0" sz="1500" u="none" cap="none" strike="noStrike">
              <a:solidFill>
                <a:srgbClr val="000000"/>
              </a:solidFill>
              <a:latin typeface="Arial"/>
              <a:ea typeface="Arial"/>
              <a:cs typeface="Arial"/>
              <a:sym typeface="Arial"/>
            </a:endParaRPr>
          </a:p>
          <a:p>
            <a:pPr indent="0" lvl="0" marL="0" marR="0" rtl="0" algn="just">
              <a:lnSpc>
                <a:spcPct val="150000"/>
              </a:lnSpc>
              <a:spcBef>
                <a:spcPts val="1200"/>
              </a:spcBef>
              <a:spcAft>
                <a:spcPts val="120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6"/>
          <p:cNvSpPr txBox="1"/>
          <p:nvPr>
            <p:ph type="title"/>
          </p:nvPr>
        </p:nvSpPr>
        <p:spPr>
          <a:xfrm>
            <a:off x="430875" y="357300"/>
            <a:ext cx="7505700" cy="954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uk"/>
              <a:t>Постановка задачі</a:t>
            </a:r>
            <a:endParaRPr/>
          </a:p>
        </p:txBody>
      </p:sp>
      <p:sp>
        <p:nvSpPr>
          <p:cNvPr id="160" name="Google Shape;160;p6"/>
          <p:cNvSpPr txBox="1"/>
          <p:nvPr/>
        </p:nvSpPr>
        <p:spPr>
          <a:xfrm>
            <a:off x="430875" y="1043650"/>
            <a:ext cx="8486700" cy="41712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1200"/>
              </a:spcBef>
              <a:spcAft>
                <a:spcPts val="0"/>
              </a:spcAft>
              <a:buClr>
                <a:srgbClr val="000000"/>
              </a:buClr>
              <a:buSzPts val="1500"/>
              <a:buFont typeface="Arial"/>
              <a:buNone/>
            </a:pPr>
            <a:r>
              <a:rPr b="0" i="0" lang="uk" sz="1500" u="none" cap="none" strike="noStrike">
                <a:solidFill>
                  <a:srgbClr val="000000"/>
                </a:solidFill>
                <a:latin typeface="Arial"/>
                <a:ea typeface="Arial"/>
                <a:cs typeface="Arial"/>
                <a:sym typeface="Arial"/>
              </a:rPr>
              <a:t>Зі зростанням обсягів даних продуктивність SQL-запитів у реляційних СУБД стає критично важливою. Індексація є основним засобом прискорення вибірки даних, однак вона створює додаткові витрати під час вставки та оновлення, тому потребує обґрунтованого застосування. Аналіз сучасних досліджень показує, що ефективність індексів залежить від структури таблиць і характеру запитів, що робить експериментальну перевірку необхідною.</a:t>
            </a:r>
            <a:endParaRPr b="0" i="0" sz="1500" u="none" cap="none" strike="noStrike">
              <a:solidFill>
                <a:srgbClr val="000000"/>
              </a:solidFill>
              <a:latin typeface="Arial"/>
              <a:ea typeface="Arial"/>
              <a:cs typeface="Arial"/>
              <a:sym typeface="Arial"/>
            </a:endParaRPr>
          </a:p>
          <a:p>
            <a:pPr indent="0" lvl="0" marL="0" marR="0" rtl="0" algn="just">
              <a:lnSpc>
                <a:spcPct val="150000"/>
              </a:lnSpc>
              <a:spcBef>
                <a:spcPts val="1200"/>
              </a:spcBef>
              <a:spcAft>
                <a:spcPts val="0"/>
              </a:spcAft>
              <a:buClr>
                <a:srgbClr val="000000"/>
              </a:buClr>
              <a:buSzPts val="1500"/>
              <a:buFont typeface="Arial"/>
              <a:buNone/>
            </a:pPr>
            <a:r>
              <a:rPr b="0" i="0" lang="uk" sz="1500" u="none" cap="none" strike="noStrike">
                <a:solidFill>
                  <a:srgbClr val="000000"/>
                </a:solidFill>
                <a:latin typeface="Arial"/>
                <a:ea typeface="Arial"/>
                <a:cs typeface="Arial"/>
                <a:sym typeface="Arial"/>
              </a:rPr>
              <a:t>Метою курсового проекту є експериментальне дослідження ефективності різних типів індексів у СУБД PostgreSQL шляхом порівняння часу виконання SELECT-запитів і операцій модифікації для таблиць різного розміру. Дослідження базується на багаторазових вимірюваннях, використанні медіанних значень та автоматизованому експериментальному середовищі на Python.</a:t>
            </a:r>
            <a:endParaRPr b="0" i="0" sz="1500" u="none" cap="none" strike="noStrike">
              <a:solidFill>
                <a:srgbClr val="000000"/>
              </a:solidFill>
              <a:latin typeface="Arial"/>
              <a:ea typeface="Arial"/>
              <a:cs typeface="Arial"/>
              <a:sym typeface="Arial"/>
            </a:endParaRPr>
          </a:p>
          <a:p>
            <a:pPr indent="0" lvl="0" marL="0" marR="0" rtl="0" algn="just">
              <a:lnSpc>
                <a:spcPct val="150000"/>
              </a:lnSpc>
              <a:spcBef>
                <a:spcPts val="1200"/>
              </a:spcBef>
              <a:spcAft>
                <a:spcPts val="12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7"/>
          <p:cNvSpPr txBox="1"/>
          <p:nvPr>
            <p:ph type="title"/>
          </p:nvPr>
        </p:nvSpPr>
        <p:spPr>
          <a:xfrm>
            <a:off x="560625" y="520050"/>
            <a:ext cx="7505700" cy="954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uk"/>
              <a:t>Розглядаємі індекси</a:t>
            </a:r>
            <a:endParaRPr/>
          </a:p>
        </p:txBody>
      </p:sp>
      <p:pic>
        <p:nvPicPr>
          <p:cNvPr id="166" name="Google Shape;166;p7"/>
          <p:cNvPicPr preferRelativeResize="0"/>
          <p:nvPr/>
        </p:nvPicPr>
        <p:blipFill rotWithShape="1">
          <a:blip r:embed="rId3">
            <a:alphaModFix/>
          </a:blip>
          <a:srcRect b="0" l="0" r="0" t="0"/>
          <a:stretch/>
        </p:blipFill>
        <p:spPr>
          <a:xfrm>
            <a:off x="529188" y="1214425"/>
            <a:ext cx="2877045" cy="1435400"/>
          </a:xfrm>
          <a:prstGeom prst="rect">
            <a:avLst/>
          </a:prstGeom>
          <a:noFill/>
          <a:ln cap="flat" cmpd="sng" w="12700">
            <a:solidFill>
              <a:srgbClr val="000000"/>
            </a:solidFill>
            <a:prstDash val="solid"/>
            <a:miter lim="8000"/>
            <a:headEnd len="sm" w="sm" type="none"/>
            <a:tailEnd len="sm" w="sm" type="none"/>
          </a:ln>
        </p:spPr>
      </p:pic>
      <p:sp>
        <p:nvSpPr>
          <p:cNvPr id="167" name="Google Shape;167;p7"/>
          <p:cNvSpPr txBox="1"/>
          <p:nvPr/>
        </p:nvSpPr>
        <p:spPr>
          <a:xfrm>
            <a:off x="1469863" y="2649825"/>
            <a:ext cx="995700" cy="382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uk" sz="1500" u="none" cap="none" strike="noStrike">
                <a:solidFill>
                  <a:schemeClr val="dk2"/>
                </a:solidFill>
                <a:latin typeface="Calibri"/>
                <a:ea typeface="Calibri"/>
                <a:cs typeface="Calibri"/>
                <a:sym typeface="Calibri"/>
              </a:rPr>
              <a:t>B-tree</a:t>
            </a:r>
            <a:endParaRPr b="0" i="0" sz="1500" u="none" cap="none" strike="noStrike">
              <a:solidFill>
                <a:schemeClr val="dk2"/>
              </a:solidFill>
              <a:latin typeface="Calibri"/>
              <a:ea typeface="Calibri"/>
              <a:cs typeface="Calibri"/>
              <a:sym typeface="Calibri"/>
            </a:endParaRPr>
          </a:p>
        </p:txBody>
      </p:sp>
      <p:pic>
        <p:nvPicPr>
          <p:cNvPr id="168" name="Google Shape;168;p7"/>
          <p:cNvPicPr preferRelativeResize="0"/>
          <p:nvPr/>
        </p:nvPicPr>
        <p:blipFill rotWithShape="1">
          <a:blip r:embed="rId4">
            <a:alphaModFix/>
          </a:blip>
          <a:srcRect b="0" l="0" r="0" t="0"/>
          <a:stretch/>
        </p:blipFill>
        <p:spPr>
          <a:xfrm>
            <a:off x="3885800" y="1252725"/>
            <a:ext cx="1891300" cy="1378725"/>
          </a:xfrm>
          <a:prstGeom prst="rect">
            <a:avLst/>
          </a:prstGeom>
          <a:noFill/>
          <a:ln cap="flat" cmpd="sng" w="12700">
            <a:solidFill>
              <a:srgbClr val="000000"/>
            </a:solidFill>
            <a:prstDash val="solid"/>
            <a:miter lim="8000"/>
            <a:headEnd len="sm" w="sm" type="none"/>
            <a:tailEnd len="sm" w="sm" type="none"/>
          </a:ln>
        </p:spPr>
      </p:pic>
      <p:sp>
        <p:nvSpPr>
          <p:cNvPr id="169" name="Google Shape;169;p7"/>
          <p:cNvSpPr txBox="1"/>
          <p:nvPr/>
        </p:nvSpPr>
        <p:spPr>
          <a:xfrm>
            <a:off x="4333600" y="2571738"/>
            <a:ext cx="995700" cy="382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uk" sz="1500" u="none" cap="none" strike="noStrike">
                <a:solidFill>
                  <a:schemeClr val="dk2"/>
                </a:solidFill>
                <a:latin typeface="Calibri"/>
                <a:ea typeface="Calibri"/>
                <a:cs typeface="Calibri"/>
                <a:sym typeface="Calibri"/>
              </a:rPr>
              <a:t>Hash</a:t>
            </a:r>
            <a:endParaRPr b="0" i="0" sz="1500" u="none" cap="none" strike="noStrike">
              <a:solidFill>
                <a:schemeClr val="dk2"/>
              </a:solidFill>
              <a:latin typeface="Calibri"/>
              <a:ea typeface="Calibri"/>
              <a:cs typeface="Calibri"/>
              <a:sym typeface="Calibri"/>
            </a:endParaRPr>
          </a:p>
        </p:txBody>
      </p:sp>
      <p:pic>
        <p:nvPicPr>
          <p:cNvPr id="170" name="Google Shape;170;p7"/>
          <p:cNvPicPr preferRelativeResize="0"/>
          <p:nvPr/>
        </p:nvPicPr>
        <p:blipFill rotWithShape="1">
          <a:blip r:embed="rId5">
            <a:alphaModFix/>
          </a:blip>
          <a:srcRect b="0" l="0" r="0" t="0"/>
          <a:stretch/>
        </p:blipFill>
        <p:spPr>
          <a:xfrm>
            <a:off x="6329775" y="1036513"/>
            <a:ext cx="2113900" cy="1973399"/>
          </a:xfrm>
          <a:prstGeom prst="rect">
            <a:avLst/>
          </a:prstGeom>
          <a:noFill/>
          <a:ln cap="flat" cmpd="sng" w="12700">
            <a:solidFill>
              <a:srgbClr val="000000"/>
            </a:solidFill>
            <a:prstDash val="solid"/>
            <a:miter lim="8000"/>
            <a:headEnd len="sm" w="sm" type="none"/>
            <a:tailEnd len="sm" w="sm" type="none"/>
          </a:ln>
        </p:spPr>
      </p:pic>
      <p:sp>
        <p:nvSpPr>
          <p:cNvPr id="171" name="Google Shape;171;p7"/>
          <p:cNvSpPr txBox="1"/>
          <p:nvPr/>
        </p:nvSpPr>
        <p:spPr>
          <a:xfrm>
            <a:off x="6850575" y="2908100"/>
            <a:ext cx="1262700" cy="382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uk" sz="1500" u="none" cap="none" strike="noStrike">
                <a:solidFill>
                  <a:schemeClr val="dk2"/>
                </a:solidFill>
                <a:latin typeface="Calibri"/>
                <a:ea typeface="Calibri"/>
                <a:cs typeface="Calibri"/>
                <a:sym typeface="Calibri"/>
              </a:rPr>
              <a:t>Складений</a:t>
            </a:r>
            <a:endParaRPr b="0" i="0" sz="1500" u="none" cap="none" strike="noStrike">
              <a:solidFill>
                <a:schemeClr val="dk2"/>
              </a:solidFill>
              <a:latin typeface="Calibri"/>
              <a:ea typeface="Calibri"/>
              <a:cs typeface="Calibri"/>
              <a:sym typeface="Calibri"/>
            </a:endParaRPr>
          </a:p>
        </p:txBody>
      </p:sp>
      <p:pic>
        <p:nvPicPr>
          <p:cNvPr id="172" name="Google Shape;172;p7"/>
          <p:cNvPicPr preferRelativeResize="0"/>
          <p:nvPr/>
        </p:nvPicPr>
        <p:blipFill rotWithShape="1">
          <a:blip r:embed="rId6">
            <a:alphaModFix/>
          </a:blip>
          <a:srcRect b="0" l="0" r="0" t="0"/>
          <a:stretch/>
        </p:blipFill>
        <p:spPr>
          <a:xfrm>
            <a:off x="446725" y="3224325"/>
            <a:ext cx="3041975" cy="1173800"/>
          </a:xfrm>
          <a:prstGeom prst="rect">
            <a:avLst/>
          </a:prstGeom>
          <a:noFill/>
          <a:ln cap="flat" cmpd="sng" w="12700">
            <a:solidFill>
              <a:srgbClr val="000000"/>
            </a:solidFill>
            <a:prstDash val="solid"/>
            <a:miter lim="8000"/>
            <a:headEnd len="sm" w="sm" type="none"/>
            <a:tailEnd len="sm" w="sm" type="none"/>
          </a:ln>
        </p:spPr>
      </p:pic>
      <p:sp>
        <p:nvSpPr>
          <p:cNvPr id="173" name="Google Shape;173;p7"/>
          <p:cNvSpPr txBox="1"/>
          <p:nvPr/>
        </p:nvSpPr>
        <p:spPr>
          <a:xfrm>
            <a:off x="1258300" y="4350500"/>
            <a:ext cx="1262700" cy="382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uk" sz="1500" u="none" cap="none" strike="noStrike">
                <a:solidFill>
                  <a:schemeClr val="dk2"/>
                </a:solidFill>
                <a:latin typeface="Calibri"/>
                <a:ea typeface="Calibri"/>
                <a:cs typeface="Calibri"/>
                <a:sym typeface="Calibri"/>
              </a:rPr>
              <a:t>Покривний</a:t>
            </a:r>
            <a:endParaRPr b="0" i="0" sz="1500" u="none" cap="none" strike="noStrike">
              <a:solidFill>
                <a:schemeClr val="dk2"/>
              </a:solidFill>
              <a:latin typeface="Calibri"/>
              <a:ea typeface="Calibri"/>
              <a:cs typeface="Calibri"/>
              <a:sym typeface="Calibri"/>
            </a:endParaRPr>
          </a:p>
        </p:txBody>
      </p:sp>
      <p:pic>
        <p:nvPicPr>
          <p:cNvPr id="174" name="Google Shape;174;p7"/>
          <p:cNvPicPr preferRelativeResize="0"/>
          <p:nvPr/>
        </p:nvPicPr>
        <p:blipFill rotWithShape="1">
          <a:blip r:embed="rId7">
            <a:alphaModFix/>
          </a:blip>
          <a:srcRect b="0" l="0" r="43588" t="0"/>
          <a:stretch/>
        </p:blipFill>
        <p:spPr>
          <a:xfrm>
            <a:off x="3986150" y="2954250"/>
            <a:ext cx="1690605" cy="1597650"/>
          </a:xfrm>
          <a:prstGeom prst="rect">
            <a:avLst/>
          </a:prstGeom>
          <a:noFill/>
          <a:ln cap="flat" cmpd="sng" w="12700">
            <a:solidFill>
              <a:srgbClr val="000000"/>
            </a:solidFill>
            <a:prstDash val="solid"/>
            <a:miter lim="8000"/>
            <a:headEnd len="sm" w="sm" type="none"/>
            <a:tailEnd len="sm" w="sm" type="none"/>
          </a:ln>
        </p:spPr>
      </p:pic>
      <p:sp>
        <p:nvSpPr>
          <p:cNvPr id="175" name="Google Shape;175;p7"/>
          <p:cNvSpPr txBox="1"/>
          <p:nvPr/>
        </p:nvSpPr>
        <p:spPr>
          <a:xfrm>
            <a:off x="4200100" y="4465725"/>
            <a:ext cx="1262700" cy="382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uk" sz="1500" u="none" cap="none" strike="noStrike">
                <a:solidFill>
                  <a:schemeClr val="dk2"/>
                </a:solidFill>
                <a:latin typeface="Calibri"/>
                <a:ea typeface="Calibri"/>
                <a:cs typeface="Calibri"/>
                <a:sym typeface="Calibri"/>
              </a:rPr>
              <a:t>Частковий</a:t>
            </a:r>
            <a:endParaRPr b="0" i="0" sz="1500" u="none" cap="none" strike="noStrike">
              <a:solidFill>
                <a:schemeClr val="dk2"/>
              </a:solidFill>
              <a:latin typeface="Calibri"/>
              <a:ea typeface="Calibri"/>
              <a:cs typeface="Calibri"/>
              <a:sym typeface="Calibri"/>
            </a:endParaRPr>
          </a:p>
        </p:txBody>
      </p:sp>
      <p:pic>
        <p:nvPicPr>
          <p:cNvPr id="176" name="Google Shape;176;p7"/>
          <p:cNvPicPr preferRelativeResize="0"/>
          <p:nvPr/>
        </p:nvPicPr>
        <p:blipFill rotWithShape="1">
          <a:blip r:embed="rId8">
            <a:alphaModFix/>
          </a:blip>
          <a:srcRect b="0" l="0" r="0" t="0"/>
          <a:stretch/>
        </p:blipFill>
        <p:spPr>
          <a:xfrm>
            <a:off x="5913500" y="3381700"/>
            <a:ext cx="2946434" cy="1016425"/>
          </a:xfrm>
          <a:prstGeom prst="rect">
            <a:avLst/>
          </a:prstGeom>
          <a:noFill/>
          <a:ln cap="flat" cmpd="sng" w="12700">
            <a:solidFill>
              <a:srgbClr val="000000"/>
            </a:solidFill>
            <a:prstDash val="solid"/>
            <a:miter lim="8000"/>
            <a:headEnd len="sm" w="sm" type="none"/>
            <a:tailEnd len="sm" w="sm" type="none"/>
          </a:ln>
        </p:spPr>
      </p:pic>
      <p:sp>
        <p:nvSpPr>
          <p:cNvPr id="177" name="Google Shape;177;p7"/>
          <p:cNvSpPr txBox="1"/>
          <p:nvPr/>
        </p:nvSpPr>
        <p:spPr>
          <a:xfrm>
            <a:off x="6724613" y="4398125"/>
            <a:ext cx="1324200" cy="382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uk" sz="1500" u="none" cap="none" strike="noStrike">
                <a:solidFill>
                  <a:schemeClr val="dk2"/>
                </a:solidFill>
                <a:latin typeface="Calibri"/>
                <a:ea typeface="Calibri"/>
                <a:cs typeface="Calibri"/>
                <a:sym typeface="Calibri"/>
              </a:rPr>
              <a:t>BRIN</a:t>
            </a:r>
            <a:endParaRPr b="0" i="0" sz="1500" u="none" cap="none" strike="noStrike">
              <a:solidFill>
                <a:schemeClr val="dk2"/>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dk2"/>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8"/>
          <p:cNvSpPr txBox="1"/>
          <p:nvPr>
            <p:ph type="title"/>
          </p:nvPr>
        </p:nvSpPr>
        <p:spPr>
          <a:xfrm>
            <a:off x="598925" y="548775"/>
            <a:ext cx="7505700" cy="954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uk"/>
              <a:t>Результати для SELECT-запитів</a:t>
            </a:r>
            <a:endParaRPr/>
          </a:p>
        </p:txBody>
      </p:sp>
      <p:sp>
        <p:nvSpPr>
          <p:cNvPr id="183" name="Google Shape;183;p8"/>
          <p:cNvSpPr txBox="1"/>
          <p:nvPr/>
        </p:nvSpPr>
        <p:spPr>
          <a:xfrm>
            <a:off x="315950" y="1321325"/>
            <a:ext cx="4465500" cy="35709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1200"/>
              </a:spcBef>
              <a:spcAft>
                <a:spcPts val="0"/>
              </a:spcAft>
              <a:buClr>
                <a:srgbClr val="000000"/>
              </a:buClr>
              <a:buSzPts val="1200"/>
              <a:buFont typeface="Arial"/>
              <a:buNone/>
            </a:pPr>
            <a:r>
              <a:rPr b="0" i="0" lang="uk" sz="1200" u="none" cap="none" strike="noStrike">
                <a:solidFill>
                  <a:srgbClr val="000000"/>
                </a:solidFill>
                <a:latin typeface="Arial"/>
                <a:ea typeface="Arial"/>
                <a:cs typeface="Arial"/>
                <a:sym typeface="Arial"/>
              </a:rPr>
              <a:t>Експериментальні результати показали, що використання індексів суттєво впливає на швидкість виконання SELECT-запитів у PostgreSQL. У сценарії без індексів час виконання зростав разом зі збільшенням розміру таблиці, що підтверджує неефективність повного сканування великих обсягів даних.</a:t>
            </a:r>
            <a:endParaRPr b="0" i="0" sz="1200" u="none" cap="none" strike="noStrike">
              <a:solidFill>
                <a:srgbClr val="000000"/>
              </a:solidFill>
              <a:latin typeface="Arial"/>
              <a:ea typeface="Arial"/>
              <a:cs typeface="Arial"/>
              <a:sym typeface="Arial"/>
            </a:endParaRPr>
          </a:p>
          <a:p>
            <a:pPr indent="0" lvl="0" marL="0" marR="0" rtl="0" algn="just">
              <a:lnSpc>
                <a:spcPct val="150000"/>
              </a:lnSpc>
              <a:spcBef>
                <a:spcPts val="1200"/>
              </a:spcBef>
              <a:spcAft>
                <a:spcPts val="1200"/>
              </a:spcAft>
              <a:buClr>
                <a:srgbClr val="000000"/>
              </a:buClr>
              <a:buSzPts val="1200"/>
              <a:buFont typeface="Arial"/>
              <a:buNone/>
            </a:pPr>
            <a:r>
              <a:rPr b="0" i="0" lang="uk" sz="1200" u="none" cap="none" strike="noStrike">
                <a:solidFill>
                  <a:srgbClr val="000000"/>
                </a:solidFill>
                <a:latin typeface="Arial"/>
                <a:ea typeface="Arial"/>
                <a:cs typeface="Arial"/>
                <a:sym typeface="Arial"/>
              </a:rPr>
              <a:t>Для точкових запитів за рівністю найвищу продуктивність забезпечили B-tree, composite та covering індекси. На великих таблицях вони давали прискорення у десятки та сотні разів порівняно з відсутністю індексації. Hash-індекс був ефективним лише для EXACT SELECT і не показав переваг для інших типів запитів.</a:t>
            </a:r>
            <a:endParaRPr b="0" i="0" sz="1200" u="none" cap="none" strike="noStrike">
              <a:solidFill>
                <a:srgbClr val="000000"/>
              </a:solidFill>
              <a:latin typeface="Arial"/>
              <a:ea typeface="Arial"/>
              <a:cs typeface="Arial"/>
              <a:sym typeface="Arial"/>
            </a:endParaRPr>
          </a:p>
        </p:txBody>
      </p:sp>
      <p:pic>
        <p:nvPicPr>
          <p:cNvPr id="184" name="Google Shape;184;p8"/>
          <p:cNvPicPr preferRelativeResize="0"/>
          <p:nvPr/>
        </p:nvPicPr>
        <p:blipFill>
          <a:blip r:embed="rId3">
            <a:alphaModFix/>
          </a:blip>
          <a:stretch>
            <a:fillRect/>
          </a:stretch>
        </p:blipFill>
        <p:spPr>
          <a:xfrm>
            <a:off x="4781450" y="1655975"/>
            <a:ext cx="4051975" cy="2486250"/>
          </a:xfrm>
          <a:prstGeom prst="rect">
            <a:avLst/>
          </a:prstGeom>
          <a:noFill/>
          <a:ln cap="flat" cmpd="sng" w="12700">
            <a:solidFill>
              <a:srgbClr val="000000"/>
            </a:solidFill>
            <a:prstDash val="solid"/>
            <a:miter lim="8000"/>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9"/>
          <p:cNvSpPr txBox="1"/>
          <p:nvPr>
            <p:ph type="title"/>
          </p:nvPr>
        </p:nvSpPr>
        <p:spPr>
          <a:xfrm>
            <a:off x="541475" y="520075"/>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uk"/>
              <a:t>Діапазонні запити та спеціалізовані індекси</a:t>
            </a:r>
            <a:endParaRPr/>
          </a:p>
        </p:txBody>
      </p:sp>
      <p:sp>
        <p:nvSpPr>
          <p:cNvPr id="190" name="Google Shape;190;p9"/>
          <p:cNvSpPr txBox="1"/>
          <p:nvPr/>
        </p:nvSpPr>
        <p:spPr>
          <a:xfrm>
            <a:off x="459600" y="1369200"/>
            <a:ext cx="4503600" cy="30168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1200"/>
              </a:spcBef>
              <a:spcAft>
                <a:spcPts val="0"/>
              </a:spcAft>
              <a:buClr>
                <a:srgbClr val="000000"/>
              </a:buClr>
              <a:buSzPts val="1200"/>
              <a:buFont typeface="Arial"/>
              <a:buNone/>
            </a:pPr>
            <a:r>
              <a:rPr b="0" i="0" lang="uk" sz="1200" u="none" cap="none" strike="noStrike">
                <a:solidFill>
                  <a:srgbClr val="000000"/>
                </a:solidFill>
                <a:latin typeface="Arial"/>
                <a:ea typeface="Arial"/>
                <a:cs typeface="Arial"/>
                <a:sym typeface="Arial"/>
              </a:rPr>
              <a:t>Для RANGE SELECT найбільш ефективними виявилися B-tree, composite та covering індекси, де прискорення зростало зі збільшенням обсягу даних і для найбільших таблиць перевищувало 90 разів. Це підтверджує їхню придатність для упорядкованого доступу до даних.</a:t>
            </a:r>
            <a:endParaRPr b="0" i="0" sz="1200" u="none" cap="none" strike="noStrike">
              <a:solidFill>
                <a:srgbClr val="000000"/>
              </a:solidFill>
              <a:latin typeface="Arial"/>
              <a:ea typeface="Arial"/>
              <a:cs typeface="Arial"/>
              <a:sym typeface="Arial"/>
            </a:endParaRPr>
          </a:p>
          <a:p>
            <a:pPr indent="0" lvl="0" marL="0" marR="0" rtl="0" algn="just">
              <a:lnSpc>
                <a:spcPct val="150000"/>
              </a:lnSpc>
              <a:spcBef>
                <a:spcPts val="1200"/>
              </a:spcBef>
              <a:spcAft>
                <a:spcPts val="1200"/>
              </a:spcAft>
              <a:buClr>
                <a:srgbClr val="000000"/>
              </a:buClr>
              <a:buSzPts val="1200"/>
              <a:buFont typeface="Arial"/>
              <a:buNone/>
            </a:pPr>
            <a:r>
              <a:rPr b="0" i="0" lang="uk" sz="1200" u="none" cap="none" strike="noStrike">
                <a:solidFill>
                  <a:srgbClr val="000000"/>
                </a:solidFill>
                <a:latin typeface="Arial"/>
                <a:ea typeface="Arial"/>
                <a:cs typeface="Arial"/>
                <a:sym typeface="Arial"/>
              </a:rPr>
              <a:t>BRIN-індекс продемонстрував нестабільні результати: для середніх обсягів даних спостерігалося помірне прискорення, тоді як для малих і дуже великих таблиць ефект був обмеженим. Partial-індекс у межах експерименту не забезпечив стабільного приросту продуктивності.</a:t>
            </a:r>
            <a:endParaRPr b="0" i="0" sz="1200" u="none" cap="none" strike="noStrike">
              <a:solidFill>
                <a:srgbClr val="000000"/>
              </a:solidFill>
              <a:latin typeface="Arial"/>
              <a:ea typeface="Arial"/>
              <a:cs typeface="Arial"/>
              <a:sym typeface="Arial"/>
            </a:endParaRPr>
          </a:p>
        </p:txBody>
      </p:sp>
      <p:pic>
        <p:nvPicPr>
          <p:cNvPr id="191" name="Google Shape;191;p9"/>
          <p:cNvPicPr preferRelativeResize="0"/>
          <p:nvPr/>
        </p:nvPicPr>
        <p:blipFill>
          <a:blip r:embed="rId3">
            <a:alphaModFix/>
          </a:blip>
          <a:stretch>
            <a:fillRect/>
          </a:stretch>
        </p:blipFill>
        <p:spPr>
          <a:xfrm>
            <a:off x="5053550" y="1687350"/>
            <a:ext cx="3611950" cy="2287775"/>
          </a:xfrm>
          <a:prstGeom prst="rect">
            <a:avLst/>
          </a:prstGeom>
          <a:noFill/>
          <a:ln cap="flat" cmpd="sng" w="12700">
            <a:solidFill>
              <a:srgbClr val="000000"/>
            </a:solidFill>
            <a:prstDash val="solid"/>
            <a:miter lim="8000"/>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0"/>
          <p:cNvSpPr txBox="1"/>
          <p:nvPr>
            <p:ph type="title"/>
          </p:nvPr>
        </p:nvSpPr>
        <p:spPr>
          <a:xfrm>
            <a:off x="598925" y="472175"/>
            <a:ext cx="7505700" cy="954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uk"/>
              <a:t>Час на виконання модифікацій</a:t>
            </a:r>
            <a:endParaRPr/>
          </a:p>
        </p:txBody>
      </p:sp>
      <p:sp>
        <p:nvSpPr>
          <p:cNvPr id="197" name="Google Shape;197;p10"/>
          <p:cNvSpPr txBox="1"/>
          <p:nvPr/>
        </p:nvSpPr>
        <p:spPr>
          <a:xfrm>
            <a:off x="478725" y="1163188"/>
            <a:ext cx="4398300" cy="35709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1200"/>
              </a:spcBef>
              <a:spcAft>
                <a:spcPts val="0"/>
              </a:spcAft>
              <a:buClr>
                <a:srgbClr val="000000"/>
              </a:buClr>
              <a:buSzPts val="1200"/>
              <a:buFont typeface="Arial"/>
              <a:buNone/>
            </a:pPr>
            <a:r>
              <a:rPr b="0" i="0" lang="uk" sz="1200" u="none" cap="none" strike="noStrike">
                <a:solidFill>
                  <a:srgbClr val="000000"/>
                </a:solidFill>
                <a:latin typeface="Arial"/>
                <a:ea typeface="Arial"/>
                <a:cs typeface="Arial"/>
                <a:sym typeface="Arial"/>
              </a:rPr>
              <a:t>Аналіз операцій INSERT та UPDATE показав, що наявність індексів збільшує час модифікації даних. Найбільші накладні витрати характерні для composite та covering індексів, тоді як hash- та BRIN-індекси мали менший вплив. За показниками часу побудови та розміру найменш витратними виявилися BRIN-індекси.</a:t>
            </a:r>
            <a:endParaRPr b="0" i="0" sz="1200" u="none" cap="none" strike="noStrike">
              <a:solidFill>
                <a:srgbClr val="000000"/>
              </a:solidFill>
              <a:latin typeface="Arial"/>
              <a:ea typeface="Arial"/>
              <a:cs typeface="Arial"/>
              <a:sym typeface="Arial"/>
            </a:endParaRPr>
          </a:p>
          <a:p>
            <a:pPr indent="0" lvl="0" marL="0" marR="0" rtl="0" algn="just">
              <a:lnSpc>
                <a:spcPct val="150000"/>
              </a:lnSpc>
              <a:spcBef>
                <a:spcPts val="1200"/>
              </a:spcBef>
              <a:spcAft>
                <a:spcPts val="1200"/>
              </a:spcAft>
              <a:buClr>
                <a:srgbClr val="000000"/>
              </a:buClr>
              <a:buSzPts val="1200"/>
              <a:buFont typeface="Arial"/>
              <a:buNone/>
            </a:pPr>
            <a:r>
              <a:rPr b="0" i="0" lang="uk" sz="1200" u="none" cap="none" strike="noStrike">
                <a:solidFill>
                  <a:srgbClr val="000000"/>
                </a:solidFill>
                <a:latin typeface="Arial"/>
                <a:ea typeface="Arial"/>
                <a:cs typeface="Arial"/>
                <a:sym typeface="Arial"/>
              </a:rPr>
              <a:t>Загалом результати свідчать, що універсального типу індексу не існує: B-tree, composite та covering індекси є оптимальними для більшості SELECT-запитів, hash-індекси доцільні лише для точкового пошуку, а BRIN-індекси — для дуже великих таблиць із корельованими даними.</a:t>
            </a:r>
            <a:endParaRPr b="0" i="0" sz="1200" u="none" cap="none" strike="noStrike">
              <a:solidFill>
                <a:srgbClr val="000000"/>
              </a:solidFill>
              <a:latin typeface="Arial"/>
              <a:ea typeface="Arial"/>
              <a:cs typeface="Arial"/>
              <a:sym typeface="Arial"/>
            </a:endParaRPr>
          </a:p>
        </p:txBody>
      </p:sp>
      <p:pic>
        <p:nvPicPr>
          <p:cNvPr id="198" name="Google Shape;198;p10"/>
          <p:cNvPicPr preferRelativeResize="0"/>
          <p:nvPr/>
        </p:nvPicPr>
        <p:blipFill>
          <a:blip r:embed="rId3">
            <a:alphaModFix/>
          </a:blip>
          <a:stretch>
            <a:fillRect/>
          </a:stretch>
        </p:blipFill>
        <p:spPr>
          <a:xfrm>
            <a:off x="4877025" y="1651475"/>
            <a:ext cx="3926125" cy="2361325"/>
          </a:xfrm>
          <a:prstGeom prst="rect">
            <a:avLst/>
          </a:prstGeom>
          <a:noFill/>
          <a:ln cap="flat" cmpd="sng" w="12700">
            <a:solidFill>
              <a:srgbClr val="000000"/>
            </a:solidFill>
            <a:prstDash val="solid"/>
            <a:miter lim="8000"/>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d08dcc0f4b_0_0"/>
          <p:cNvSpPr txBox="1"/>
          <p:nvPr>
            <p:ph type="title"/>
          </p:nvPr>
        </p:nvSpPr>
        <p:spPr>
          <a:xfrm>
            <a:off x="819150" y="5224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Використання часткового індексу</a:t>
            </a:r>
            <a:endParaRPr/>
          </a:p>
        </p:txBody>
      </p:sp>
      <p:sp>
        <p:nvSpPr>
          <p:cNvPr id="204" name="Google Shape;204;g3d08dcc0f4b_0_0"/>
          <p:cNvSpPr txBox="1"/>
          <p:nvPr/>
        </p:nvSpPr>
        <p:spPr>
          <a:xfrm>
            <a:off x="332125" y="1247300"/>
            <a:ext cx="4949400" cy="31401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uk" sz="1200"/>
              <a:t>Окремо у межах експерименту було проведено демонстраційне дослідження ефективності часткових (partial) індексів. Спеціальний тестовий запит вибирав лише активні записи, завдяки чому оптимізатор запитів міг ефективно використовувати індекс. Результати показали стабільне прискорення виконання такого запиту приблизно у 1.48–1.57 разу для всіх розмірів таблиць. Хоча цей приріст не є таким значним, як у випадку повних індексів, він демонструє основну перевагу partial-індексів — можливість зменшення розміру індексної структури та прискорення запитів, які працюють лише з певною підмножиною даних.</a:t>
            </a:r>
            <a:endParaRPr sz="1200"/>
          </a:p>
        </p:txBody>
      </p:sp>
      <p:pic>
        <p:nvPicPr>
          <p:cNvPr id="205" name="Google Shape;205;g3d08dcc0f4b_0_0"/>
          <p:cNvPicPr preferRelativeResize="0"/>
          <p:nvPr/>
        </p:nvPicPr>
        <p:blipFill>
          <a:blip r:embed="rId3">
            <a:alphaModFix/>
          </a:blip>
          <a:stretch>
            <a:fillRect/>
          </a:stretch>
        </p:blipFill>
        <p:spPr>
          <a:xfrm>
            <a:off x="5351750" y="1678575"/>
            <a:ext cx="3482025" cy="2277550"/>
          </a:xfrm>
          <a:prstGeom prst="rect">
            <a:avLst/>
          </a:prstGeom>
          <a:noFill/>
          <a:ln cap="flat" cmpd="sng" w="12700">
            <a:solidFill>
              <a:srgbClr val="000000"/>
            </a:solidFill>
            <a:prstDash val="solid"/>
            <a:miter lim="8000"/>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d08dcc0f4b_0_8"/>
          <p:cNvSpPr txBox="1"/>
          <p:nvPr>
            <p:ph type="title"/>
          </p:nvPr>
        </p:nvSpPr>
        <p:spPr>
          <a:xfrm>
            <a:off x="415200" y="4506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Використання BRIN-індексу</a:t>
            </a:r>
            <a:endParaRPr/>
          </a:p>
        </p:txBody>
      </p:sp>
      <p:sp>
        <p:nvSpPr>
          <p:cNvPr id="211" name="Google Shape;211;g3d08dcc0f4b_0_8"/>
          <p:cNvSpPr txBox="1"/>
          <p:nvPr/>
        </p:nvSpPr>
        <p:spPr>
          <a:xfrm>
            <a:off x="415200" y="1468525"/>
            <a:ext cx="4013400" cy="28629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None/>
            </a:pPr>
            <a:r>
              <a:rPr lang="uk" sz="1200"/>
              <a:t>Також було проведено окрему демонстрацію роботи BRIN-індексів. Результати експерименту показали, що зі збільшенням обсягу таблиці ефективність BRIN-індексу зростає: якщо для таблиці у 100 тисяч записів прискорення становило приблизно 1.07 разу, то для 1 мільйона записів воно досягало близько 2.27 разу. Хоча цей результат близький до інших індексів, BRIN показав характерно менший час на створення, розмір та час для виконання UPDATE/INSERT запитів. </a:t>
            </a:r>
            <a:endParaRPr sz="1200"/>
          </a:p>
        </p:txBody>
      </p:sp>
      <p:pic>
        <p:nvPicPr>
          <p:cNvPr id="212" name="Google Shape;212;g3d08dcc0f4b_0_8"/>
          <p:cNvPicPr preferRelativeResize="0"/>
          <p:nvPr/>
        </p:nvPicPr>
        <p:blipFill>
          <a:blip r:embed="rId3">
            <a:alphaModFix/>
          </a:blip>
          <a:stretch>
            <a:fillRect/>
          </a:stretch>
        </p:blipFill>
        <p:spPr>
          <a:xfrm>
            <a:off x="4509400" y="1611550"/>
            <a:ext cx="4151576" cy="2576850"/>
          </a:xfrm>
          <a:prstGeom prst="rect">
            <a:avLst/>
          </a:prstGeom>
          <a:noFill/>
          <a:ln cap="flat" cmpd="sng" w="12700">
            <a:solidFill>
              <a:srgbClr val="000000"/>
            </a:solidFill>
            <a:prstDash val="solid"/>
            <a:miter lim="8000"/>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1"/>
          <p:cNvSpPr txBox="1"/>
          <p:nvPr>
            <p:ph type="title"/>
          </p:nvPr>
        </p:nvSpPr>
        <p:spPr>
          <a:xfrm>
            <a:off x="713825" y="567925"/>
            <a:ext cx="7505700" cy="954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uk"/>
              <a:t>Висновки</a:t>
            </a:r>
            <a:endParaRPr/>
          </a:p>
        </p:txBody>
      </p:sp>
      <p:sp>
        <p:nvSpPr>
          <p:cNvPr id="218" name="Google Shape;218;p11"/>
          <p:cNvSpPr txBox="1"/>
          <p:nvPr/>
        </p:nvSpPr>
        <p:spPr>
          <a:xfrm>
            <a:off x="597125" y="1272750"/>
            <a:ext cx="7739100" cy="35325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1200"/>
              </a:spcBef>
              <a:spcAft>
                <a:spcPts val="1200"/>
              </a:spcAft>
              <a:buClr>
                <a:srgbClr val="000000"/>
              </a:buClr>
              <a:buSzPts val="1500"/>
              <a:buFont typeface="Arial"/>
              <a:buNone/>
            </a:pPr>
            <a:r>
              <a:rPr b="0" i="0" lang="uk" sz="1500" u="none" cap="none" strike="noStrike">
                <a:solidFill>
                  <a:srgbClr val="000000"/>
                </a:solidFill>
                <a:latin typeface="Arial"/>
                <a:ea typeface="Arial"/>
                <a:cs typeface="Arial"/>
                <a:sym typeface="Arial"/>
              </a:rPr>
              <a:t>У ході дослідження експериментально підтверджено, що правильний вибір типу індексу є ключовим фактором підвищення продуктивності запитів у PostgreSQL. Результати показали, що B-tree, composite та covering індекси забезпечують найкращу ефективність для точкових і діапазонних SELECT-запитів на середніх і великих таблицях. Hash-індекси доцільно використовувати лише для вузького класу задач пошуку за рівністю, тоді як BRIN-індекси є ефективним рішенням для дуже великих таблиць із корельованими даними та мінімальними накладними витратами. Отримані результати підкреслюють відсутність універсального підходу до індексації та необхідність врахування характеристик даних і типів навантаження під час проектування баз даних.</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2"/>
          <p:cNvSpPr txBox="1"/>
          <p:nvPr>
            <p:ph type="title"/>
          </p:nvPr>
        </p:nvSpPr>
        <p:spPr>
          <a:xfrm>
            <a:off x="819150" y="2094450"/>
            <a:ext cx="7505700" cy="954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3000"/>
              <a:buNone/>
            </a:pPr>
            <a:r>
              <a:rPr lang="uk"/>
              <a:t>Дякую за увагу!</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